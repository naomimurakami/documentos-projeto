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6" r:id="rId9"/>
    <p:sldId id="264" r:id="rId10"/>
    <p:sldId id="265" r:id="rId11"/>
    <p:sldId id="259" r:id="rId12"/>
    <p:sldId id="261" r:id="rId13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852596"/>
            <a:ext cx="4262438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INCLUSÃO DOS IDOSOS NO MUNDO DIGITAL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 dos Santos Souza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Giovana Bastos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Beatriz Naomi Murakami Pires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Hugo Gabriel Araújo Honorato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Vinicius Lunardi Fernandes Peixoto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3125" y="5971713"/>
            <a:ext cx="30451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2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ANÁLISE E DESENVOLVIMENTO DE SISTEMAS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475" y="3622457"/>
            <a:ext cx="304512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Idosos, Inclusão e Internet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9989721" y="5332561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– PROBLEMÁTICA</a:t>
            </a:r>
          </a:p>
          <a:p>
            <a:pPr lvl="1" indent="0" algn="just">
              <a:spcBef>
                <a:spcPts val="1000"/>
              </a:spcBef>
              <a:buNone/>
            </a:pPr>
            <a:r>
              <a:rPr lang="pt-BR" sz="1600" dirty="0">
                <a:latin typeface="Segoe UI" panose="020B0502040204020203" pitchFamily="34" charset="0"/>
              </a:rPr>
              <a:t>Os idosos sentem dificuldade ao navegar por apps e sites.</a:t>
            </a:r>
          </a:p>
          <a:p>
            <a:pPr lvl="1" indent="0" algn="just">
              <a:spcBef>
                <a:spcPts val="1000"/>
              </a:spcBef>
              <a:buNone/>
            </a:pPr>
            <a:r>
              <a:rPr lang="pt-BR" sz="1600" dirty="0">
                <a:latin typeface="Segoe UI" panose="020B0502040204020203" pitchFamily="34" charset="0"/>
              </a:rPr>
              <a:t>Vulnerabilidade social e isolamento.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– JUSTIFICATIVA</a:t>
            </a:r>
          </a:p>
          <a:p>
            <a:pPr lvl="1" indent="0" algn="just">
              <a:spcBef>
                <a:spcPts val="1000"/>
              </a:spcBef>
              <a:buNone/>
            </a:pPr>
            <a:r>
              <a:rPr lang="pt-BR" sz="1600" dirty="0">
                <a:latin typeface="Segoe UI" panose="020B0502040204020203" pitchFamily="34" charset="0"/>
              </a:rPr>
              <a:t>Desenvolvimento acelerado da tecnologia.</a:t>
            </a:r>
          </a:p>
          <a:p>
            <a:pPr lvl="1" indent="0" algn="just">
              <a:spcBef>
                <a:spcPts val="1000"/>
              </a:spcBef>
              <a:buNone/>
            </a:pPr>
            <a:r>
              <a:rPr lang="pt-BR" sz="1600" dirty="0">
                <a:latin typeface="Segoe UI" panose="020B0502040204020203" pitchFamily="34" charset="0"/>
              </a:rPr>
              <a:t>Falta de guias práticos que auxiliarão 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– OBJETIVO GERAL</a:t>
            </a:r>
          </a:p>
          <a:p>
            <a:pPr lvl="1" indent="0" algn="just">
              <a:spcBef>
                <a:spcPts val="1000"/>
              </a:spcBef>
              <a:buNone/>
            </a:pPr>
            <a:r>
              <a:rPr lang="pt-BR" sz="1600" dirty="0">
                <a:latin typeface="Segoe UI" panose="020B0502040204020203" pitchFamily="34" charset="0"/>
              </a:rPr>
              <a:t>Analisar e encontrar formas de ajudar/auxiliar os idosos.</a:t>
            </a:r>
          </a:p>
          <a:p>
            <a:pPr lvl="1" indent="0" algn="just">
              <a:spcBef>
                <a:spcPts val="1000"/>
              </a:spcBef>
              <a:buNone/>
            </a:pPr>
            <a:r>
              <a:rPr lang="pt-BR" sz="1600" dirty="0">
                <a:latin typeface="Segoe UI" panose="020B0502040204020203" pitchFamily="34" charset="0"/>
              </a:rPr>
              <a:t>Garantir suas seguranças e um convívio melhor na era tecnológica.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– OBJETIVOS ESPECÍFICOS</a:t>
            </a:r>
          </a:p>
          <a:p>
            <a:pPr lvl="1" indent="0" algn="just">
              <a:spcBef>
                <a:spcPts val="1000"/>
              </a:spcBef>
              <a:buNone/>
            </a:pPr>
            <a:r>
              <a:rPr lang="pt-BR" sz="1600" dirty="0">
                <a:latin typeface="Segoe UI" panose="020B0502040204020203" pitchFamily="34" charset="0"/>
              </a:rPr>
              <a:t>Identificar as maiores dificuldades e riscos na internet para esse público.</a:t>
            </a:r>
          </a:p>
          <a:p>
            <a:pPr lvl="1" indent="0" algn="just">
              <a:spcBef>
                <a:spcPts val="1000"/>
              </a:spcBef>
              <a:buNone/>
            </a:pPr>
            <a:r>
              <a:rPr lang="pt-BR" sz="1600" dirty="0">
                <a:latin typeface="Segoe UI" panose="020B0502040204020203" pitchFamily="34" charset="0"/>
              </a:rPr>
              <a:t>Concluir formas de solucionar/contornar os empecilhos.</a:t>
            </a:r>
          </a:p>
          <a:p>
            <a:pPr marL="914400" lvl="1" indent="-171450">
              <a:buFont typeface="Wingdings" pitchFamily="2" charset="2"/>
              <a:buChar char="ü"/>
            </a:pPr>
            <a:endParaRPr lang="pt-BR" sz="10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É uma abordagem qualitativa, de natureza teórica, sem procedimentos práticos e baseados em referenciais teóricos.  </a:t>
            </a:r>
            <a:r>
              <a:rPr lang="pt-BR" sz="1800" dirty="0">
                <a:latin typeface="Segoe UI" panose="020B0502040204020203" pitchFamily="34" charset="0"/>
              </a:rPr>
              <a:t>Focamos em encontrar pesquisas que diziam sobre inclusão digital, isolamento, segurança tecnológica entre outros assuntos dentro desse sentido, assim, conseguindo listar as dificuldades e problemas e acharmos uma saída para cada um deles.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Natasha Ramos Palma Domingues: Afirma que a inclusão dos idosos nas mídias digitais, podem gerar mais interação sociais e produtividade.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Natasha Ramos Palma Domingues: Afirma que a inclusão de projetos de inclusão digital oferecidas a esse público, pode contribuir para a participação social dessa população.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Gregório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Assagra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e Laís Machado: Afirmam que por conta dos idosos terem vivido uma época em que a tecnologia e mídias digitais não eram tão utilizadas nessa época.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34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Opções de interfaces que facilitem o uso para esse público.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Criação de um sistema de segurança que garanta que os idosos possam evitar golpes e fraudes.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Criação de um botão de ajuda/emergência ou contatos diretamente para o apoio do site ou sistema.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Criação de uma ferramenta que analise se o link é seguro ou não.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DOMINGUES, N. R. P. et al. Inclusão digital e participação social de idosos. Estudos Interdisciplinares sobre o Envelhecimento, v. 26, n. 1, p. 369-390, 2021.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SOUZA, L. A. S.; SANTOS, M. R.; SILVA, F. O. Literacia digital, mídias sociais e envelhecimento: um estudo sobre o consumo de informação e fake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news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por idosos no ecossistema digital. Texto Livre: Linguagem e Tecnologia, v. 15, e38491, 2022.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 VULNERABILIDADE INFORMACIONAL E TECNOLÓGICA NA ERA DIGITAL: ANÁLISE DOS DESAFIOS ENFRENTADOS PELOS IDOSOS. Cadernos de Pós-Graduação em Direito da UNISALESIANO, 2026.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791018"/>
            <a:ext cx="6705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</a:t>
            </a:r>
            <a:r>
              <a:rPr 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Incluir os idosos no mundo digital é mais do que ensinar a usar a tecnologia: é garantir que a autonomia, a dignidade e a cidadania não envelhecem.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”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958</TotalTime>
  <Words>494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Vinicius Lunardi Fernandes Peixoto</cp:lastModifiedBy>
  <cp:revision>25</cp:revision>
  <dcterms:created xsi:type="dcterms:W3CDTF">2021-05-14T17:32:15Z</dcterms:created>
  <dcterms:modified xsi:type="dcterms:W3CDTF">2026-10-15T23:38:47Z</dcterms:modified>
</cp:coreProperties>
</file>